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deliverable is the skill bundle. No CLI binary, no PyPI package, no Python source — just curated markdown that turns a coding agent into a competent LangChain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Started as a Python CLI clone of Google's agents-cli, pivoted when we realised agents-cli's PUBLIC repo is itself skills+docs only. Pivot was deliberate; commit 10dc81e.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caused our mid-build pivot. We initially read agents-cli as "a CLI plus skills" and built both. Looking again, their PUBLIC artifact is just the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NOT in scope: Cursor / Gemini CLI / Antigravity skill installation (skills work via standard ~/.claude/skills/ and ~/.codex/skills/ paths anyway), AWS Lambda / Kubernetes deploy targets, RAG ingestion pipelines, multi-project monorepos, any TUI.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division is the design centerpiece. Without mcpdoc, skills would have to embed API reference content that ages with every LangChain release. With mcpdoc, we keep only non-rotting editorial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~1300 lines across 9 files. The three "code" skills are deliberately thin (45-90 lines each) and point at mcpdoc for API reference. The other six are substantive (100-400 lines each) — synthesis content not in any single doc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bug: agents try to bolt agentic behavior onto LCEL chains. The dividing line — does the LLM choose what happens next, or does the code? LLM = agents. Code = LCEL.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is the single most important production concept in LangChain v1+. The agent applies them in order; first middleware in the list is the outermost wrapper for wrap_* 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Wrap-style hooks compose like Python decorators. Order matters. Limits before retries; redaction before logging.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~14 built-in middlewares cover most production needs. Custom middleware is for app-specific concerns (auth checks, custom logging, domain budgets).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Ordering rationale: limits before retries means retries can't multiply your budget. Privacy redaction before logging. Summarization runs before model call, not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HITL middleware needs a checkpointer or interrupts crash. Cleanup of old checkpoint rows is the user's job — set a TTL job or app-layer expiration.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Chose to leave the smoke gate as a recommendation rather than CLI-enforced (which v1's Python CLI did) because we no longer ship a CLI. The deploy skill teaches the agent to do this manually.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Defaults: IAM-gated (private) and Secret Manager. Both are GCP-recommended for production. Public is one flag away (--allow-unauthenticated). Plain --set-env-vars exposes secrets in `gcloud run services describe` output as plaintext —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integration (Cloud Run + Cloud SQL + FastAPI thread_id passthrough) is NOT in any single LangChain doc page. The deploy skill is the only place this recipe lives as a coherent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Per-user namespace prevents cross-user file leakage. The naming convention is from the LangChain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Smoke evals (3-5 rows, &lt;60s) run pre-deploy. Full eval suite runs async post-deploy or on PR. Production eval-as-monitor catches model drift / prompt rot.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observability skill ships a 12-row failure-mode lookup table mapping symptoms to first-thing-to-check. Coding agents reach for it when something's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~1300 lines of skill content + ~120 line README + LICENSE + CONTRIBUTING. That's the entire shipped surface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strict --urls syntax was a footgun in v1 of the README — fixed in commit 4b92639. uvx ships with uv; pipx run mcpdoc works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design centerpiece. Skills tell the agent how to think; mcpdoc tells the agent what the API actually is. Together they form a complete coding-agent assist.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v1 design (Python CLI) had hard-coded version pins, scaffold templates that mirrored framework APIs, etc. — high maintenance. The skill bundle inherits much less of that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explicit non-goal is one less thing to maintain. The bundle's value is the editorial content; everything else is a distraction.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was the biggest course correction. Hard but right call. ~70% of v1's deleted code; 5% of value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committed. Roadmap captured here for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predictable questions. If audience is engineering, the maintenance one is the one that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+ brainstorm + plan + execution were all in one session. The skill bundle itself is also a product OF this kind of skill-driven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A12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4526280"/>
            <a:ext cx="14630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060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bundle for coding agents working on LangChain / LangGraph / DeepAgents projects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markdown skill files installed into Claude Code, Codex, etc.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the official langchain-ai/mcpdoc MCP server.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   ·   Apache-2.0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K  ·  VP Engineering  ·  biz2bricks.ai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6309360"/>
            <a:ext cx="6979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 in four lines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coding agents (Claude Code, Codex) make predictable mistakes in LangChain projects — wrong scaffold path, no middleware, public Cloud Run, baked secrets.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opinionated skill bundle teaching the agent how to think + mcpdoc for live API reference.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by: 9 skills; mcpdoc companion; rename pivot from "Python CLI" to "skills-only" mid-build.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shipped to GitHub main; nothing on PyPI; v1 implementation preserved at git tag.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— Google's agents-cli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their public model, not their internal 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ships an agents-cli for ADK on Google Cloud.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at google/agents-cli: contains skills/, docs/, .github/, README. No Python source.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lives in their internal monorepo, ships as a pre-built wheel on PyPI.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"a tool FOR coding agents, not a coding agent itself."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 mirrors the skills+docs model. We don't ship the CLI half (don't need to).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scope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frameworks + three deploy targets, day 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0879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full StateGraph control; the canonical agent framework.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— create_deep_agent(...) with planning, sub-agents, virtual FS.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(LCEL) — Runnable pipelines for RAG, classification, structured extraction.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Cloud  ·  Google Cloud Run  ·  self-hosted Docker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Cursor / Gemini CLI / Antigravity installers, AWS Lambda / K8s, RAG ingestion, monorepos, any TUI.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mcpdoc + skills — division of labor is the design centerpiece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864608"/>
                <a:gridCol w="4855464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mcpdoc (MCP server)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bundle (skills)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API 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Opinionated playbook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docs.langchain.com pages, fetched on demand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patterns, gotchas, integrated recipes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— always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drift on editorial content; we maintain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"What's the signature of SummarizationMiddleware?"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should I think about building this?"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321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mcpdoc is treated as a required companion, not optional. Skills explicitly point at docs.langchain.com URLs for API lookup.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 skills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+ 5 substantive + 3 thin code skills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langchain-agents-workflow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point; routes to other skills; explains skills + mcpdoc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langchain-agents-scaffold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new + DeepAgent / LCEL recipes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langchain-agents-middleware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Centerpiece. v1+ composition primitive + production 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langchain-agents-langgraph-code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drop down to raw StateGraph (editorial)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langchain-agents-deepagents-code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 backends, sandboxes, sub-agent design (editorial)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langchain-agents-langchain-code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LCEL vs create_agent, structured outputs, RAG (editorial)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langchain-agents-langsmith-evals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Evalsets, evaluators, three-layer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langchain-agents-deploy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Productionisation + 3 deploy targets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langchain-agents-observability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+ OTEL + failure-mode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— three layers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start; when to drop down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create_agent(model, tools, middleware=...) — v1 default for agents. Middleware adds retries, fallbacks, summarization, HITL, PII handling, call limits.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LangGraph (StateGraph) — drop down for multi-graph workflows, custom routing, parallel branches, non-message state.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— create_deep_agent(...) is create_agent(...) pre-loaded with FilesystemMiddleware + SubAgentMiddleware + TodoListMiddleware.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0908792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non-agentic flows (RAG, classification): plain LCEL chains. </a:t>
            </a:r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does not apply to chains.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Centerpiece — agentic middleware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LangChain composition primitive (v1+). Not optional for production.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08792" cy="3657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73152" cy="36576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64208"/>
            <a:ext cx="10616184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 import create_agent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langchain.agents.middleware import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ModelCallLimitMiddleware, ToolCallLimitMiddleware,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ModelRetryMiddleware, ToolRetryMiddleware,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ModelFallbackMiddleware, SummarizationMiddleware,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HumanInTheLoopMiddleware, PIIMiddleware,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model="claude-sonnet-4-6",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tools=TOOLS,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middleware=[ ... 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create_agent(...)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a compiled LangGraph. </a:t>
            </a:r>
            <a:pPr indent="0" marL="0">
              <a:buNone/>
            </a:pPr>
            <a:r>
              <a:rPr lang="en-US" sz="14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.invoke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.stream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dev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40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build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work.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is the single most important production concept in LangChain v1+. The agent applies them in order; first middleware in the list is the outermost wrapper for wrap_* hooks.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fires when, and why each matters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1480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before_agent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Once, run 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before_model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model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/ mutate state pre-call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wrap_model_call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each model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 (retry, fallback, fail-fast)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after_model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model response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/ mutate state post-call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wrap_tool_call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each tool 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 (auth, retry, emulate)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after_agent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Once, run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 / final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middleware: inherit from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AgentMiddleware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override the hooks you need; declare custom state via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state_schema = MyState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Wrap-style hooks compose like Python decorators. Order matters. Limits before retries; redaction before logging.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middleware catalog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middlewares cover most production needs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623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0632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SummarizationMiddleware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Auto-summarize long conversations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HumanInTheLoopMiddleware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for approve / edit / reject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ModelCallLimitMiddleware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model calls (cost + loops)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ToolCallLimitMiddleware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tool calls (per-tool or global)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ModelRetryMiddleware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transient model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ToolRetryMiddleware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transient tool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508760"/>
          <a:ext cx="5623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0632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ModelFallbackMiddleware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 back to alt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LLMToolSelectorMiddleware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picks which tools to expose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PIIMiddleware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/ redact / mask / block PII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ContextEditingMiddleware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old tool outputs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TodoListMiddleware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write_todos planning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LLMToolEmulator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tool execution (TESTING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394960"/>
            <a:ext cx="113385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adds: 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FilesystemMiddleware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SubAgentMiddleware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61264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middleware is for app-specific concerns (auth checks, custom logging, domain budgets).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middleware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Copy-paste-ready default. Order matters.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08792" cy="4206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73152" cy="4206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64208"/>
            <a:ext cx="10616184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middleware=[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Cost containment FIRST (so retries can't blow the budget)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ModelCallLimitMiddleware(run_limit=50),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ToolCallLimitMiddleware(run_limit=200),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Resilience to transient failures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ModelRetryMiddleware(max_retries=3, backoff_factor=2.0),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ToolRetryMiddleware(max_retries=3, backoff_factor=2.0),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Provider-level resilience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ModelFallbackMiddleware("openai:gpt-4o-mini"),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Long-conversation hygiene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SummarizationMiddleware(model="claude-haiku-4-5",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trigger=("tokens", 8000),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keep=("messages", 20)),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Privacy (only if input may contain PII)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PIIMiddleware("email", strategy="redact", apply_to_input=True),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HumanInTheLoopMiddleware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any tool that touches money / external messaging / irreversible state.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checkpointer.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Productionisation — durable execution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is durable iff it has a checkpointer at compile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6858000" cy="2926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08760"/>
            <a:ext cx="73152" cy="2926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18488"/>
            <a:ext cx="6565392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langgraph.checkpoint.postgres import PostgresSaver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create_agent(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model="...", tools=[...], middleware=[...],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checkpointer=PostgresSaver.from_conn_string(POSTGRES_URL),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invocation must pass thread_id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agent.invoke(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{"messages": [...]},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config={"configurable": {"thread_id": f"user-{uid}-conv-{cid}"}},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08760"/>
          <a:ext cx="3840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InMemorySaver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SqliteSaver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Single-node low-volume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PostgresSaver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— multi-instance 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 interrupted thread: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agent.invoke(None, config={...same thread_id...})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middleware needs a checkpointer or interrupts crash. Cleanup of old checkpoint rows is the user's job — set a TTL job or app-layer expiration.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deploy targets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gated on a smoke pre-flight (recommended, not enforced)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 Cloud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Managed, lowest ops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build / deploy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shop, serverless container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gcloud run deploy --source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Self-host, full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build /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206240"/>
            <a:ext cx="1090879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pre-flight  ·  </a:t>
            </a:r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evals/run.py --smoke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pattern, not enforced. The deploy skill teaches the agent to do this manually since v1's CLI gate was removed in the pivot.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— the integrated recipe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→ Secret Manager → IAM-gated deploy → verify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08792" cy="4206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08760"/>
            <a:ext cx="73152" cy="42062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18488"/>
            <a:ext cx="10616184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Smoke pre-flight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evals/run.py --smoke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Sync .env -&gt; Secret Manager (one secret per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Naming: &lt;service&gt;-&lt;lowercase-key-with-hyphens&gt;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Example: OPENAI_API_KEY  -&gt;  my-agent-openai-api-key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Deploy IAM-gated by default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run deploy my-agent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--source .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--no-allow-unauthenticated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--set-secrets "OPENAI_API_KEY=my-agent-openai-api-key:latest,..."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--quiet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Verify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-H "Authorization: Bearer $(gcloud auth print-identity-token)" "$URL/healthz"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--source 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Cloud Build do image build + Artifact Registry push. We don't manage AR repos ourselves.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state — Postgres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instances are stateless and can be killed at any moment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InMemorySaver loses conversation state on every cold start.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PostgresSaver pointed at Cloud SQL. Connect via Cloud SQL Auth Proxy or Unix socket: /cloudsql/&lt;project&gt;:&lt;region&gt;:&lt;instance&gt;.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FastAPI host (server/app.py) accepts a thread_id parameter on every request and passes it through to agent.invoke(..., config={"configurable": {"thread_id": ...}}).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908792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thread_id passthrough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every request is a fresh thread — durable execution and HITL break.</a:t>
            </a:r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integration (Cloud Run + Cloud SQL + FastAPI thread_id passthrough) is NOT in any single LangChain doc page. The deploy skill is the only place this recipe lives as a coherent whole.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 in production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create_deep_agent = create_agent + 3 pre-installed middlewares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backend choice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624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 in-memory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invocation (dev)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StateBackend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thread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StoreBackend(namespace=(asst_id, user_id))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persistent (production 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CompositeBackend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023360"/>
            <a:ext cx="109087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tools (Daytona): thread-scoped or assistant-scoped. Critical: never pass raw API keys into the sandbox — use the auth proxy.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the production middlewares on top via middleware=[...] in create_deep_agent — adds, doesn't replace.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+ testing — three layers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→ integration → trajectory + dataset (LangSmith)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(no API calls) — LLMToolEmulator middleware fakes tool execution; FakeChatModel for the model.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— real model, real middleware, hermetic tools. pytest -m integration.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+ dataset tests via langsmith pytest plugin — each test uploads to LangSmith, runs evaluators, fails on score threshold.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908792" cy="1554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520440"/>
            <a:ext cx="73152" cy="1554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630168"/>
            <a:ext cx="10616184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@t.expect(score_min=0.8, evaluator="correctness")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@pytest.mark.parametrize("example", [...])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test_basic_qa(example):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agent.invoke({"messages": example["messages"]})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Eval-as-monitor in production: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evaluators run continuously against live traces; alert when score drops.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evals (3-5 rows, &lt;60s) run pre-deploy. Full eval suite runs async post-deploy or on PR. Production eval-as-monitor catches model drift / prompt rot.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turns on automatically when LANGSMITH_TRACING=true. No code changes.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agent.invoke(...) is one trace. Tool calls, sub-agent delegations, middleware hooks → nested spans. @traceable decorator for application-specific spans (DB queries, etc.).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integration: LANGSMITH_OTEL_ENABLED=true dual-emits to LangSmith + your OTLP collector (Honeycomb, Datadog, Tempo).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tracing: propagate context with propagate.inject(headers) for cross-service calls.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for high traffic: LANGSMITH_SAMPLING_RATE=0.1 — full trace integrity preserved on sampled traces.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observability skill ships a 12-row failure-mode lookup table mapping symptoms to first-thing-to-check. Coding agents reach for it when something's wrong.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structure (post-pivot)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~1300 lines of skill content. That's the entire shipped surface area.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08792" cy="4114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73152" cy="4114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64208"/>
            <a:ext cx="10616184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agent_cli_langchain/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# install both: skills + mcpdoc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CONTRIBUTING.md    # how to propose / edit skills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LICENSE            # Apache-2.0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skills/            # the deliverable — 9 .md files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langchain-agents-workflow.md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langchain-agents-scaffold.md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langchain-agents-middleware.md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langchain-agents-langgraph-code.md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langchain-agents-deepagents-code.md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langchain-agents-langchain-code.md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langchain-agents-langsmith-evals.md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langchain-agents-deploy.md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langchain-agents-observability.md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Tag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v1-implementation-archive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preserves the deleted Python implementation (recoverable).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bundle + mcpdoc MCP 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Skill bundle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08792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38528"/>
            <a:ext cx="10616184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skills add cwijayasundara/agent_cli_langchain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mcpdoc MCP server (required companion)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0908792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063240"/>
            <a:ext cx="73152" cy="1828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172968"/>
            <a:ext cx="10616184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add-json langchain-docs '{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"uvx",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"args": ["--from", "mcpdoc", "mcpdoc",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"--urls", "LangChain:https://docs.langchain.com/llms.txt",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"--transport", "stdio"]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440680"/>
            <a:ext cx="10908792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5440680"/>
            <a:ext cx="7315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5550408"/>
            <a:ext cx="1061618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list   # should show: langchain-docs - ✓ Connected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--urls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syntax is strict — single string, space-separated Name:URL pairs. Not multiple args.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coding agent uses bundle + mcpdoc together at invocation 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 "Add a sub-agent to my DeepAgent that does web search."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loads langchain-agents-deepagents-code skill (description trigger matches).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says: "Sub-agents go in SUBAGENTS = [...]. For exact API, fetch https://docs.langchain.com/oss/python/deepagents/...".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mcpdoc.fetch_docs(url) — gets live API reference.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combines editorial guidance + live API to write the code.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40680"/>
            <a:ext cx="10908792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mcpdoc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agents fall back to training-data memory of the API — which drifts.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 ages slowly because we trimmed API reference 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low burden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drifts → mcpdoc handles it (zero work for us).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content (production stack, ordering rationale, gotchas) stable across versions.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maintenance burden: ~50% lower vs. v1 (which embedded API examples).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drift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1828800"/>
            <a:ext cx="528523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names (LangChain renames).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 names (claude-sonnet-4-6 ages).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API conventions.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394960"/>
            <a:ext cx="10908792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review every ~6 weeks (one LangChain release cycle).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explicitly didn't build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spec §3 of the pivot doc, no longer in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CLI binary (was v1; pivoted away).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canonical scaffolded project layout (each official tool has its own).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installation tooling beyond npx skills add.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Gemini CLI / Antigravity skill installers (skill files work in those agents directly).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/ Lambda / K8s as discrete CLI commands (recipes in skills only).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ingestion pipelines (LangChain has its own loader story).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 / REPL.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monorepo support.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explicit non-goal is one less thing to maintain. The bundle's value is the editorial content; everything else is a distraction.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history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→ v1 build → pivot → mcpdoc reorientation → ship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029200"/>
                <a:gridCol w="33192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Brainstorm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positioning, scope, deploy targets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20-task implementation of Python CLI + 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approved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commits via subagent-driven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tests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Realised agents-cli's public repo is itself skills-only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mass-delete commit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mcpdoc reorientation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Trimmed three code skills; doc-server companion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−25% bundle 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Productionisation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middleware skill; production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/ install fixes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--urls syntax bug; expanded with troubleshooting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→ 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Renamed default 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120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preserved in git history. Tag </a:t>
            </a:r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v1-implementation-archive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recoverable.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was the biggest course correction. Hard but right call. ~70% of v1's deleted code; 5% of value lost.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Candidates, not committed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0879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drift checker — scheduled CI job that fetches mcpdoc URLs the skills point at; flags 404s and broken examples.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Per-IDE install instructions — Cursor / Windsurf / Claude Desktop config snippets in the README beyond a pointer.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DeepAgents-specific llms.txt — if upstream ships one, register it alongside the LangChain 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skill expansion — add a section on eval-driven prompt iteration (current skill is light here).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langchain-agents-security — new skill on prompt injection, tool-call validation, sandbox escape patterns. Currently scattered.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bundle ship its own llms.txt? (Probably no — single skill bundle, not a docs site.)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marketplace listing? (Wait for the ecosystem to settle.)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10698480" y="292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— predictable questions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split? Why not one or the other? Apache-2.0? Sync with v2/v3?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08792" cy="10789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08760"/>
            <a:ext cx="73152" cy="10789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just use mcpdoc by itself?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are reference, not opinion. Without skills, agents miss the production middleware stack, default to public Cloud Run, bake .env into images.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42616"/>
            <a:ext cx="10908792" cy="10789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642616"/>
            <a:ext cx="73152" cy="10789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340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not just use skills by itself?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099816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content rots with every release. mcpdoc keeps it fresh for free.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76472"/>
            <a:ext cx="10908792" cy="10789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776472"/>
            <a:ext cx="73152" cy="10789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679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Apache-2.0?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23367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standard. Permissive enough for proprietary use; gives patent grant. Same as LangChain itself.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910328"/>
            <a:ext cx="10908792" cy="10789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910328"/>
            <a:ext cx="73152" cy="10789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01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keep this in sync with LangChain v2/v3?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536752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content stable. mcpdoc handles API drift. Scheduled review every ~6 weeks per release cycle.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langchain-agents skills · Design Deck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6510528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contact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4630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github.com/cwijayasundara/agent_cli_langchain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BRANCH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v1-implementation-archive (recoverable)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COMMIT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git log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CONTRIBUTING.md — skill edits + new skills welcome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23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Code (Opus 4.7, 1M context) — superpowers: brainstorming → writing-plans → subagent-driven-development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17920"/>
            <a:ext cx="1493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 of 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biz2bricks.ai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langchain-agents skills — Design Deck</dc:title>
  <dc:subject>langchain-agents skill bundle design deck</dc:subject>
  <dc:creator>C K</dc:creator>
  <cp:lastModifiedBy>C K</cp:lastModifiedBy>
  <cp:revision>1</cp:revision>
  <dcterms:created xsi:type="dcterms:W3CDTF">2026-04-28T06:10:45Z</dcterms:created>
  <dcterms:modified xsi:type="dcterms:W3CDTF">2026-04-28T06:10:45Z</dcterms:modified>
</cp:coreProperties>
</file>